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56768-7D49-414D-9E5C-D481EA8310A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C82C1-7D4E-4DF4-9D50-C9BDE95432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77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3C82C1-7D4E-4DF4-9D50-C9BDE95432A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181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7B4A0-22B3-4DE9-9421-16E054C5339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FAAA-E04D-46A9-97A9-3403A6325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5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7B4A0-22B3-4DE9-9421-16E054C5339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A51AFAAA-E04D-46A9-97A9-3403A6325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750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7B4A0-22B3-4DE9-9421-16E054C5339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FAAA-E04D-46A9-97A9-3403A6325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894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7B4A0-22B3-4DE9-9421-16E054C5339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FAAA-E04D-46A9-97A9-3403A6325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50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7B4A0-22B3-4DE9-9421-16E054C5339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FAAA-E04D-46A9-97A9-3403A6325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086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7B4A0-22B3-4DE9-9421-16E054C5339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FAAA-E04D-46A9-97A9-3403A6325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808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7B4A0-22B3-4DE9-9421-16E054C5339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FAAA-E04D-46A9-97A9-3403A6325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334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7B4A0-22B3-4DE9-9421-16E054C5339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FAAA-E04D-46A9-97A9-3403A6325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864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7B4A0-22B3-4DE9-9421-16E054C5339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FAAA-E04D-46A9-97A9-3403A6325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498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7B4A0-22B3-4DE9-9421-16E054C5339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FAAA-E04D-46A9-97A9-3403A6325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253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7B4A0-22B3-4DE9-9421-16E054C5339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FAAA-E04D-46A9-97A9-3403A6325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864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7B4A0-22B3-4DE9-9421-16E054C5339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FAAA-E04D-46A9-97A9-3403A6325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812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7B4A0-22B3-4DE9-9421-16E054C5339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FAAA-E04D-46A9-97A9-3403A6325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823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7B4A0-22B3-4DE9-9421-16E054C5339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FAAA-E04D-46A9-97A9-3403A6325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6378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7B4A0-22B3-4DE9-9421-16E054C5339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FAAA-E04D-46A9-97A9-3403A6325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061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7B4A0-22B3-4DE9-9421-16E054C5339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FAAA-E04D-46A9-97A9-3403A6325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6539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7B4A0-22B3-4DE9-9421-16E054C5339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AFAAA-E04D-46A9-97A9-3403A6325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824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F37B4A0-22B3-4DE9-9421-16E054C5339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51AFAAA-E04D-46A9-97A9-3403A6325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764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iachamp28/Python-Project--Pomodoro-Productivity-Timer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16AD9-27FA-64DD-A733-42C7FD0BD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2607733"/>
            <a:ext cx="8574622" cy="138853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Python Project</a:t>
            </a:r>
            <a:br>
              <a:rPr lang="en-US" sz="4000" dirty="0"/>
            </a:br>
            <a:r>
              <a:rPr lang="en-US" sz="4000" dirty="0"/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Pomodoro Timer Application 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7C31B0-34CA-CD87-83D1-857810C2D5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Presentation By: Ria Sangwan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3631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F2094-C9AA-2B02-5E9F-9C14E479F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410928"/>
            <a:ext cx="10018713" cy="1052052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64E3D-8887-0D63-CF92-7A2E2966C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25446"/>
            <a:ext cx="10018713" cy="3421626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Pomodoro Timer is a Python-based time management application.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follows the Pomodoro Technique.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Helps users stay focused by dividing work into timed sessions.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Includes work sessions and short breaks.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402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7894A-D480-06A6-E539-D6B3E8A44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641986"/>
            <a:ext cx="10018713" cy="1278195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9B155-BE3D-C9F2-B051-9F77B4011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7000"/>
            <a:ext cx="10018713" cy="284889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Many People struggle with time management and distractions.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Working continuously for long hours reduces productivity.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is a need for a simple tool to manage focused work sessions.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Solution: Develop a Pomodoro Timer using Python to improve productivity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148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592F2-0C32-E8AF-1D5F-5183A5E0E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406014"/>
            <a:ext cx="10018713" cy="1229031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8C8F5-59BB-1460-5406-38DBAC5EF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428568"/>
            <a:ext cx="10018713" cy="2585884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 the Pomodoro Technique using Python.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Help users manage time effectively.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Improve focus and reduce burnout.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Practice Python programming concepts.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634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F4360-F0D9-7BB5-D1A0-8D72F87E6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288025"/>
            <a:ext cx="10018713" cy="1150373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Pomodoro Technique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205C9-BA8E-D235-CCF1-D854FEA52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64775"/>
            <a:ext cx="10018713" cy="2949677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Work for 25 minutes (Focus Session)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Take a 5-minutes break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After 4 sessions, take a long break.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Repeat the cycle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796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ADE72-9F97-4CD8-D199-2868D695D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290485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Technologies Used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B2A63-AEE3-9350-B9D7-49439A8B8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76285"/>
            <a:ext cx="10018713" cy="2753031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Programming Language: Python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Libraries/Concepts: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Time Module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Loops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Functions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Conditional Statements, Basic UI (Tkinter used)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747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FF841-E027-CC4B-78DF-40833D6FB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Application Workflow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15DDA-2240-3298-5017-91EE6CFA6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35277"/>
            <a:ext cx="10018713" cy="3510117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User starts the timer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Focus session begins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Countdown timer runs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Break session starts automatically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Cycle repeats until stopped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330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AEA1B-0681-6674-5A71-9BBB17BDA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3088" y="293915"/>
            <a:ext cx="10099312" cy="1077685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Code Snippet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9A3518E-6342-8A03-AFBE-582823C87F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64628" y="1371600"/>
            <a:ext cx="3981541" cy="4959604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F67928-BAF9-632E-1D2C-9CA3722A2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088" y="1371600"/>
            <a:ext cx="3981541" cy="49596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81A524-52A4-C4FC-D903-4B4083AA5F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6169" y="1371599"/>
            <a:ext cx="2745831" cy="194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821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ABA0F-D8C7-270F-5971-849C2665C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656" y="228599"/>
            <a:ext cx="6625546" cy="881742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Output/Features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FF1D6-B58A-00D3-160B-F0F1E04B7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2910" y="1205155"/>
            <a:ext cx="10018713" cy="279236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Displays countdown timer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Automatically switches between work and break sessions.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Improves focus and productivity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Simple and user-friendly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83B211-3B08-62D5-3016-45074D216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080" y="3668727"/>
            <a:ext cx="2434319" cy="27750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F5999C-55F2-5581-64B4-CA9EBC650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286" y="3668727"/>
            <a:ext cx="2434319" cy="277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071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515D3-4750-C7A2-91F3-391106482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598714"/>
            <a:ext cx="4100061" cy="1001485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Key Learnings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F3B8A-7419-8CB2-40BC-73CFF3F51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111829"/>
            <a:ext cx="5188633" cy="3233057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Understanding time-based programs in Python.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Working with time.sleep()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Writing reusable functions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Improving logical flow using loops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8DD6F94-9938-D5DB-F848-DF86EB199CA4}"/>
              </a:ext>
            </a:extLst>
          </p:cNvPr>
          <p:cNvSpPr txBox="1">
            <a:spLocks/>
          </p:cNvSpPr>
          <p:nvPr/>
        </p:nvSpPr>
        <p:spPr>
          <a:xfrm>
            <a:off x="6302828" y="597485"/>
            <a:ext cx="5309053" cy="100148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Challenges Faced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D57283-0F90-36AA-E7BA-996EDC05404D}"/>
              </a:ext>
            </a:extLst>
          </p:cNvPr>
          <p:cNvSpPr txBox="1">
            <a:spLocks/>
          </p:cNvSpPr>
          <p:nvPr/>
        </p:nvSpPr>
        <p:spPr>
          <a:xfrm>
            <a:off x="6672943" y="1768403"/>
            <a:ext cx="4906280" cy="30381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Accurate timer implementation</a:t>
            </a:r>
          </a:p>
          <a:p>
            <a:r>
              <a:rPr lang="en-US" dirty="0"/>
              <a:t>Managing sessions transitions</a:t>
            </a:r>
          </a:p>
          <a:p>
            <a:r>
              <a:rPr lang="en-US" dirty="0"/>
              <a:t>Keeping the program responsive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0602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F8D47-12EA-831A-4C19-257C0AFA3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327355"/>
            <a:ext cx="10018713" cy="1111044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Future Enhancements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9F35A-E4FD-B5F9-8188-F5DBC1447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87795"/>
            <a:ext cx="10018713" cy="3126657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 GUI using Tkinter.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Sound notifications for session end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Customizable session duration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Progress Tracking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49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B7F11-202C-95CF-EF36-FEBDF4EF0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925286"/>
            <a:ext cx="10018713" cy="1319981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GitHub Repository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FA4DD-83B1-A8F9-55E0-03FE018F6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196807"/>
            <a:ext cx="10018713" cy="2287404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Complete source code available on GitHub. </a:t>
            </a:r>
            <a:r>
              <a:rPr lang="en-US" sz="2400" b="1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</a:t>
            </a:r>
            <a:endParaRPr lang="en-IN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Easy to run and modify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Beginner-friendly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493574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D1BC7-1FE4-C19D-C653-43EBBE457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347019"/>
            <a:ext cx="10018713" cy="953729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96EF7-0CFD-1955-1EDD-3EEC41ABB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438400"/>
            <a:ext cx="10018713" cy="2408904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Pomodoro Timer is a practical Python project.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Demonstrates real-world use of python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Helps improve productivity using proven technique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8614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116</TotalTime>
  <Words>297</Words>
  <Application>Microsoft Office PowerPoint</Application>
  <PresentationFormat>Widescreen</PresentationFormat>
  <Paragraphs>66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Corbel</vt:lpstr>
      <vt:lpstr>Parallax</vt:lpstr>
      <vt:lpstr>Python Project  Pomodoro Timer Application </vt:lpstr>
      <vt:lpstr>Overview</vt:lpstr>
      <vt:lpstr>Problem Statement</vt:lpstr>
      <vt:lpstr>Objectives</vt:lpstr>
      <vt:lpstr>Pomodoro Technique</vt:lpstr>
      <vt:lpstr>Technologies Used</vt:lpstr>
      <vt:lpstr>Application Workflow</vt:lpstr>
      <vt:lpstr>Code Snippet</vt:lpstr>
      <vt:lpstr>Output/Features</vt:lpstr>
      <vt:lpstr>Key Learnings</vt:lpstr>
      <vt:lpstr>Future Enhancements</vt:lpstr>
      <vt:lpstr>GitHub Repository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Rekha sangwan</dc:creator>
  <cp:lastModifiedBy>Rekha Sangwan</cp:lastModifiedBy>
  <cp:revision>5</cp:revision>
  <dcterms:created xsi:type="dcterms:W3CDTF">2026-01-15T07:38:36Z</dcterms:created>
  <dcterms:modified xsi:type="dcterms:W3CDTF">2026-01-18T12:25:23Z</dcterms:modified>
</cp:coreProperties>
</file>